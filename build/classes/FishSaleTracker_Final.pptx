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703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01140" y="881865"/>
            <a:ext cx="6141720" cy="247630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4162843"/>
            <a:ext cx="9144000" cy="45720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6667" y="658368"/>
            <a:ext cx="530013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48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48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FishSale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523068" y="1417320"/>
            <a:ext cx="5731933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	</a:t>
            </a:r>
          </a:p>
          <a:p>
            <a:pPr marL="0" indent="0">
              <a:buNone/>
            </a:pPr>
            <a:r>
              <a:rPr lang="en-US" sz="48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System.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166632" y="2359152"/>
            <a:ext cx="606296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i="1" dirty="0">
              <a:solidFill>
                <a:srgbClr val="E8F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E8F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400" i="1" dirty="0">
              <a:solidFill>
                <a:srgbClr val="E8F4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buyers, manage fish types, and record every transaction.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71216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0" y="4251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FishSale Tracker System  ·  Java Swing Desktop Application  · 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505669"/>
            <a:ext cx="91440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BB5"/>
                </a:solidFill>
              </a:rPr>
              <a:t>Presented by:  Jasmin C. Unabia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8872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18872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18872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41832" y="125272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156362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FishSale Tracker?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18872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18872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118872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394960" y="125272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156362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it built?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201168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01168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01168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41832" y="20756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41832" y="238658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the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01168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01168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01168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394960" y="207568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238658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7472" y="283464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7472" y="283464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3464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941832" y="28986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Roles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41832" y="320954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Seller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83464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2834640"/>
            <a:ext cx="50292" cy="676656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0328" y="283464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5394960" y="289864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320954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functionalities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59736" y="3657600"/>
            <a:ext cx="422452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59736" y="3657600"/>
            <a:ext cx="50292" cy="676656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69464" y="3657600"/>
            <a:ext cx="475488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3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3054096" y="3721608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054096" y="4032504"/>
            <a:ext cx="3429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structure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52160" y="1188720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8932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89320" y="1517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 — NetBeans 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993392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89320" y="2039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89320" y="2322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(fishsale.db)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852160" y="2798064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2843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9320" y="31272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Seller roles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3602736"/>
            <a:ext cx="2944368" cy="658368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89320" y="36484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8932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receipts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1207008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1499616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 is a desktop app for recording and managing fish sales. Built with Java Swing.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2322576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it do?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2615184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login, sales recording, buyer and fish type management, and receipt printing — in one place.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438144"/>
            <a:ext cx="5166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it for?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3730752"/>
            <a:ext cx="5166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traders who want to replace manual record-keeping with a fast, organized digital system.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88720"/>
            <a:ext cx="4242816" cy="43891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1887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1627632"/>
            <a:ext cx="42428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" y="176479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1719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tracked on paper or memory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" y="2350008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 get lost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" y="2935224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8895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check buyer history fast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" y="3520440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calculations cause errors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" y="4105656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40599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cannot monitor all sellers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9744" y="1188720"/>
            <a:ext cx="4242816" cy="438912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46904" y="1188720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9744" y="1627632"/>
            <a:ext cx="4242816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46904" y="176479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57216" y="171907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sales saved in a central database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46904" y="2350008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7216" y="23042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transaction recorded with receipt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46904" y="2935224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57216" y="28895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records linked to each sale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46904" y="3520440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57216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subtotal and total calculation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46904" y="4105656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57216" y="405993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views all transactions at once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704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was built to: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536192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064" y="16093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 for Admin and Sellers. New accounts need Admin approval.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1536192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160934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74336" y="19385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multi-item sales with fish type, kg, and price. Auto-calculates totals.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2560320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26334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Receipts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2064" y="29626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 for every completed sale transaction.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9744" y="2560320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26334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Transactions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74336" y="296265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sees all sales. Sellers view only their own history.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50592" y="3584448"/>
            <a:ext cx="4242816" cy="8229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15184" y="36576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Fish and Buyers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15184" y="398678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catalog of fish types and a list of registered buyers.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170432"/>
            <a:ext cx="2798064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170432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" y="1645920"/>
            <a:ext cx="279806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70992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access. Manages users, buyers, fish types, and all sales.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50592"/>
            <a:ext cx="2578608" cy="2743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54203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49631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account status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048" y="304495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299923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edit buyers and fish types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354787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350215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transactions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84048" y="4050792"/>
            <a:ext cx="128016" cy="128016"/>
          </a:xfrm>
          <a:prstGeom prst="ellipse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400507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stats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0" y="1170432"/>
            <a:ext cx="2798064" cy="47548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0" y="1170432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1645920"/>
            <a:ext cx="279806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10128" y="170992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user. Records daily fish sales and tracks own transactions.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2450592"/>
            <a:ext cx="2578608" cy="2743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28416" y="254203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249631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 sales with fish items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328416" y="304495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9584" y="299923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sales history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28416" y="354787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9584" y="350215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 for buyers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28416" y="4050792"/>
            <a:ext cx="128016" cy="128016"/>
          </a:xfrm>
          <a:prstGeom prst="ellipse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29584" y="400507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personal profile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4768" y="1170432"/>
            <a:ext cx="2798064" cy="475488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44768" y="1170432"/>
            <a:ext cx="2798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44768" y="1645920"/>
            <a:ext cx="2798064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254496" y="1709928"/>
            <a:ext cx="257860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by Admin. Linked to every sale for record-keeping.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54496" y="2450592"/>
            <a:ext cx="2578608" cy="27432"/>
          </a:xfrm>
          <a:prstGeom prst="rect">
            <a:avLst/>
          </a:prstGeom>
          <a:solidFill>
            <a:srgbClr val="D0E8F0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72784" y="254203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73952" y="249631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by Admin only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72784" y="304495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299923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sales for tracking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72784" y="354787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350215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access needed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72784" y="4050792"/>
            <a:ext cx="128016" cy="128016"/>
          </a:xfrm>
          <a:prstGeom prst="ellipse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73952" y="4005072"/>
            <a:ext cx="23591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updated anytime by Admin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STAKEHOLDERS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" y="1170432"/>
            <a:ext cx="2798064" cy="35661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170432"/>
            <a:ext cx="2798064" cy="50292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17043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180136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7556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and account status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8912" y="235000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0428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buyers and fish types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" y="289864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85292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transactions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" y="344728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015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access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912" y="399592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502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new accounts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0" y="1170432"/>
            <a:ext cx="2798064" cy="35661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1170432"/>
            <a:ext cx="2798064" cy="5029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17043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383280" y="180136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84448" y="17556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with approved account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83280" y="235000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230428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new sales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83280" y="289864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84448" y="285292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own sales history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383280" y="344728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84448" y="34015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383280" y="399592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84448" y="39502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own profile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44768" y="1170432"/>
            <a:ext cx="2798064" cy="3566160"/>
          </a:xfrm>
          <a:prstGeom prst="rect">
            <a:avLst/>
          </a:prstGeom>
          <a:solidFill>
            <a:srgbClr val="003366"/>
          </a:solidFill>
          <a:ln w="127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1170432"/>
            <a:ext cx="2798064" cy="502920"/>
          </a:xfrm>
          <a:prstGeom prst="rect">
            <a:avLst/>
          </a:prstGeom>
          <a:solidFill>
            <a:srgbClr val="339900"/>
          </a:solidFill>
          <a:ln w="12700">
            <a:solidFill>
              <a:srgbClr val="339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170432"/>
            <a:ext cx="2798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27648" y="180136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28816" y="175564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by Admin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27648" y="235000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230428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every sale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327648" y="289864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28816" y="285292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 stored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327648" y="344728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28816" y="340156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needed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327648" y="3995928"/>
            <a:ext cx="128016" cy="128016"/>
          </a:xfrm>
          <a:prstGeom prst="ellipse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28816" y="395020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updated by Admin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" y="1170432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2608" y="1170432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984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" y="1627632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auth, Admin/User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" y="1901952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1956816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account status check.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accounts require Admin approval.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170432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170432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12984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Multi-item Sales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28416" y="1627632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Fish, kg, price, auto total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28416" y="1901952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28416" y="1956816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fish items with quantity and price.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auto-calculates the total.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08192" y="1170432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08192" y="1170432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36208" y="1298448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Catalog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36208" y="1627632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Saltwater / Freshwater / Brackish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36208" y="1901952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956816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fish type records with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and code for each type.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92608" y="2871216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2608" y="2871216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299923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Management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20624" y="332841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link buyers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" y="3602736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3657600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buyer details and link them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sale transaction.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2871216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0" y="2871216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28416" y="299923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28416" y="332841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and print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28416" y="3602736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28416" y="3657600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receipts for every sale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from the system.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08192" y="2871216"/>
            <a:ext cx="2761488" cy="1554480"/>
          </a:xfrm>
          <a:prstGeom prst="rect">
            <a:avLst/>
          </a:prstGeom>
          <a:solidFill>
            <a:srgbClr val="E0FFFE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08192" y="2871216"/>
            <a:ext cx="2761488" cy="73152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2999232"/>
            <a:ext cx="2505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236208" y="3328416"/>
            <a:ext cx="25054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66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for sales and users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3602736"/>
            <a:ext cx="2505456" cy="25603"/>
          </a:xfrm>
          <a:prstGeom prst="rect">
            <a:avLst/>
          </a:prstGeom>
          <a:solidFill>
            <a:srgbClr val="B8DDF0"/>
          </a:solidFill>
          <a:ln w="12700">
            <a:solidFill>
              <a:srgbClr val="B8DD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657600"/>
            <a:ext cx="250545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transaction count, revenue,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account status at a glance.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DIAGRAM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" y="1152144"/>
            <a:ext cx="2240280" cy="274320"/>
          </a:xfrm>
          <a:prstGeom prst="rect">
            <a:avLst/>
          </a:prstGeom>
          <a:solidFill>
            <a:srgbClr val="0066CC"/>
          </a:solidFill>
          <a:ln w="12700">
            <a:solidFill>
              <a:srgbClr val="0066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11521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tbl_user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7160" y="1426464"/>
            <a:ext cx="2240280" cy="1353312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" y="1426464"/>
            <a:ext cx="2240280" cy="169164"/>
          </a:xfrm>
          <a:prstGeom prst="rect">
            <a:avLst/>
          </a:prstGeom>
          <a:solidFill>
            <a:srgbClr val="1A2A1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2024" y="1453896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" y="1444752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66344" y="142646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" y="159562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user_fname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" y="176479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user_lname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2024" y="1961388"/>
            <a:ext cx="237744" cy="114300"/>
          </a:xfrm>
          <a:prstGeom prst="rect">
            <a:avLst/>
          </a:prstGeom>
          <a:solidFill>
            <a:srgbClr val="6A0040"/>
          </a:solidFill>
          <a:ln w="6350">
            <a:solidFill>
              <a:srgbClr val="F4A7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2024" y="1952244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4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66344" y="193395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user_email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92024" y="2130552"/>
            <a:ext cx="237744" cy="114300"/>
          </a:xfrm>
          <a:prstGeom prst="rect">
            <a:avLst/>
          </a:prstGeom>
          <a:solidFill>
            <a:srgbClr val="6A0040"/>
          </a:solidFill>
          <a:ln w="6350">
            <a:solidFill>
              <a:srgbClr val="F4A7C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" y="2121408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4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66344" y="210312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" y="227228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6344" y="244144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" y="261061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user_status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766560" y="1152144"/>
            <a:ext cx="224028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11521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tbl_buyer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1426464"/>
            <a:ext cx="2240280" cy="118414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66560" y="1426464"/>
            <a:ext cx="2240280" cy="169164"/>
          </a:xfrm>
          <a:prstGeom prst="rect">
            <a:avLst/>
          </a:prstGeom>
          <a:solidFill>
            <a:srgbClr val="1A2A1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21424" y="1453896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21424" y="1444752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7095744" y="142646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buyer_id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095744" y="159562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buyer_fname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95744" y="176479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buyer_lname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95744" y="193395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buyer_contact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095744" y="210312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buyer_email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95744" y="227228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buyer_type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095744" y="244144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buyer_status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447288" y="1444752"/>
            <a:ext cx="2240280" cy="2743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47288" y="14447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tbl_sale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47288" y="1719072"/>
            <a:ext cx="2240280" cy="1014984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47288" y="1719072"/>
            <a:ext cx="2240280" cy="169164"/>
          </a:xfrm>
          <a:prstGeom prst="rect">
            <a:avLst/>
          </a:prstGeom>
          <a:solidFill>
            <a:srgbClr val="1A2A1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502152" y="1746504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02152" y="1737360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3776472" y="171907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47288" y="1888236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02152" y="1915668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02152" y="1906524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3776472" y="188823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buyer_id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47288" y="2057400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02152" y="2084832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02152" y="2075688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776472" y="205740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76472" y="222656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sale_date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776472" y="239572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76472" y="256489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payment_status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137160" y="3401568"/>
            <a:ext cx="2240280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7160" y="3401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tbl_fish_type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37160" y="3675888"/>
            <a:ext cx="2240280" cy="676656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7160" y="3675888"/>
            <a:ext cx="2240280" cy="169164"/>
          </a:xfrm>
          <a:prstGeom prst="rect">
            <a:avLst/>
          </a:prstGeom>
          <a:solidFill>
            <a:srgbClr val="1A2A1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92024" y="3703320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2024" y="3694176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66344" y="367588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fish_type_id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192024" y="3872484"/>
            <a:ext cx="237744" cy="114300"/>
          </a:xfrm>
          <a:prstGeom prst="rect">
            <a:avLst/>
          </a:prstGeom>
          <a:solidFill>
            <a:srgbClr val="6A0040"/>
          </a:solidFill>
          <a:ln w="6350">
            <a:solidFill>
              <a:srgbClr val="F4A7C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2024" y="3863340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4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UQ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466344" y="384505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fish_code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66344" y="401421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fish_name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66344" y="418338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fish_category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447288" y="3401568"/>
            <a:ext cx="2240280" cy="2743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447288" y="340156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tbl_sale_item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447288" y="3675888"/>
            <a:ext cx="2240280" cy="1014984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47288" y="3675888"/>
            <a:ext cx="2240280" cy="169164"/>
          </a:xfrm>
          <a:prstGeom prst="rect">
            <a:avLst/>
          </a:prstGeom>
          <a:solidFill>
            <a:srgbClr val="1A2A1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502152" y="3703320"/>
            <a:ext cx="237744" cy="114300"/>
          </a:xfrm>
          <a:prstGeom prst="rect">
            <a:avLst/>
          </a:prstGeom>
          <a:solidFill>
            <a:srgbClr val="7A6200"/>
          </a:solidFill>
          <a:ln w="6350">
            <a:solidFill>
              <a:srgbClr val="F6D86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502152" y="3694176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6D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3776472" y="367588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6D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sale_item_id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3447288" y="3845052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502152" y="3872484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502152" y="3863340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3776472" y="3845052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sale_id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447288" y="4014216"/>
            <a:ext cx="2240280" cy="169164"/>
          </a:xfrm>
          <a:prstGeom prst="rect">
            <a:avLst/>
          </a:prstGeom>
          <a:solidFill>
            <a:srgbClr val="0A1A2A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502152" y="4041648"/>
            <a:ext cx="237744" cy="114300"/>
          </a:xfrm>
          <a:prstGeom prst="rect">
            <a:avLst/>
          </a:prstGeom>
          <a:solidFill>
            <a:srgbClr val="005070"/>
          </a:solidFill>
          <a:ln w="6350">
            <a:solidFill>
              <a:srgbClr val="81D8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02152" y="4032504"/>
            <a:ext cx="237744" cy="132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3776472" y="4014216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1D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fish_type_id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776472" y="4183380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quantity_kg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776472" y="4352544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price_per_kg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3776472" y="4521708"/>
            <a:ext cx="1874520" cy="1691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subtotal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2377440" y="1883664"/>
            <a:ext cx="1069848" cy="0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5687568" y="1883664"/>
            <a:ext cx="1078992" cy="0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>
            <a:off x="4562856" y="2980944"/>
            <a:ext cx="0" cy="420624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2377440" y="3895344"/>
            <a:ext cx="1069848" cy="0"/>
          </a:xfrm>
          <a:prstGeom prst="line">
            <a:avLst/>
          </a:prstGeom>
          <a:noFill/>
          <a:ln w="16510">
            <a:solidFill>
              <a:srgbClr val="CCF5FF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2139696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3218688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528816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5907024" y="17922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325112" y="307238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325112" y="327355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2139696" y="3803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1</a:t>
            </a:r>
            <a:endParaRPr lang="en-US" sz="900" dirty="0"/>
          </a:p>
        </p:txBody>
      </p:sp>
      <p:sp>
        <p:nvSpPr>
          <p:cNvPr id="99" name="Text 97"/>
          <p:cNvSpPr/>
          <p:nvPr/>
        </p:nvSpPr>
        <p:spPr>
          <a:xfrm>
            <a:off x="3218688" y="380390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CF5FF"/>
                </a:solidFill>
              </a:rPr>
              <a:t>N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0" y="4690872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7A9BB5"/>
                </a:solidFill>
              </a:rPr>
              <a:t>PK = Primary Key   |   FK = Foreign Key   |   AI = Auto-Increment   |   UQ = Unique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1115568"/>
            <a:ext cx="4389120" cy="2852928"/>
          </a:xfrm>
          <a:prstGeom prst="rect">
            <a:avLst/>
          </a:prstGeom>
          <a:solidFill>
            <a:srgbClr val="003366"/>
          </a:solidFill>
          <a:ln w="254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917680" y="1801368"/>
            <a:ext cx="1188720" cy="1280160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1901952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7315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31272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800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5"/>
                </a:solidFill>
              </a:rPr>
              <a:t>FishSale Tracker  ·  Java Swing Application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9BB5"/>
                </a:solidFill>
              </a:rPr>
              <a:t>FishSale Tracker System  |  Every Catch Counts  |  All Rights Reserved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6692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003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65760" y="1097280"/>
            <a:ext cx="8412480" cy="34747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170432"/>
            <a:ext cx="8449056" cy="74980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1170432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 makes it simple to sell smart and track everything — replacing paper records with a fast, organized system.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47472" y="2029968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029968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" y="2121408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2140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98448" y="202996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buyers, fish types, and monitors all transactions.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47472" y="2688336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" y="2688336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779776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77977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298448" y="2688336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sales, auto-calculate totals, and print receipts instantly.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" y="3346704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346704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438144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43814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298448" y="3346704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keeps data organized and protected.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7472" y="4005072"/>
            <a:ext cx="844905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0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4005072"/>
            <a:ext cx="50292" cy="566928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352" y="4096512"/>
            <a:ext cx="640080" cy="274320"/>
          </a:xfrm>
          <a:prstGeom prst="rect">
            <a:avLst/>
          </a:prstGeom>
          <a:solidFill>
            <a:srgbClr val="006699"/>
          </a:solidFill>
          <a:ln w="12700">
            <a:solidFill>
              <a:srgbClr val="0066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" y="409651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98448" y="4005072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2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records saved in SQLite — fast, reliable, and easy to back up.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66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FISHSALE TRACKER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CCF5FF"/>
                </a:solidFill>
              </a:rPr>
              <a:t>Sell Smart.  Track Everything.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0" y="1298448"/>
            <a:ext cx="5852160" cy="2468880"/>
          </a:xfrm>
          <a:prstGeom prst="rect">
            <a:avLst/>
          </a:prstGeom>
          <a:solidFill>
            <a:srgbClr val="003366"/>
          </a:solidFill>
          <a:ln w="25400">
            <a:solidFill>
              <a:srgbClr val="CCF5FF"/>
            </a:solidFill>
            <a:prstDash val="solid"/>
          </a:ln>
          <a:effectLst>
            <a:outerShdw blurRad="889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371600"/>
            <a:ext cx="5852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3200400" y="2633472"/>
            <a:ext cx="2743200" cy="45720"/>
          </a:xfrm>
          <a:prstGeom prst="rect">
            <a:avLst/>
          </a:prstGeom>
          <a:solidFill>
            <a:srgbClr val="CCF5FF"/>
          </a:solidFill>
          <a:ln w="12700">
            <a:solidFill>
              <a:srgbClr val="CCF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706624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CF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Smart. Track Everything.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A9BB5"/>
                </a:solidFill>
              </a:rPr>
              <a:t>FishSale Tracker System  ·  2025  ·  Every Catch Counts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1038</Words>
  <Application>Microsoft Office PowerPoint</Application>
  <PresentationFormat>On-screen Show (16:9)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FishSale Tracker</dc:title>
  <dc:subject>PptxGenJS Presentation</dc:subject>
  <dc:creator>PptxGenJS</dc:creator>
  <cp:lastModifiedBy>Administrator</cp:lastModifiedBy>
  <cp:revision>2</cp:revision>
  <dcterms:created xsi:type="dcterms:W3CDTF">2026-03-16T12:27:00Z</dcterms:created>
  <dcterms:modified xsi:type="dcterms:W3CDTF">2026-03-16T13:21:57Z</dcterms:modified>
</cp:coreProperties>
</file>