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74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97037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66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01140" y="881865"/>
            <a:ext cx="6141720" cy="2476306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</p:sp>
      <p:sp>
        <p:nvSpPr>
          <p:cNvPr id="3" name="Text 1"/>
          <p:cNvSpPr/>
          <p:nvPr/>
        </p:nvSpPr>
        <p:spPr>
          <a:xfrm>
            <a:off x="274320" y="0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0" y="0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CCF5FF"/>
                </a:solidFill>
              </a:rPr>
              <a:t>Sell Smart.  Track Everything.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162843"/>
            <a:ext cx="9144000" cy="45720"/>
          </a:xfrm>
          <a:prstGeom prst="rect">
            <a:avLst/>
          </a:prstGeom>
          <a:solidFill>
            <a:srgbClr val="CCF5FF"/>
          </a:solidFill>
          <a:ln w="12700">
            <a:solidFill>
              <a:srgbClr val="CCF5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6667" y="658368"/>
            <a:ext cx="530013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4800" b="1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4800" b="1" dirty="0" err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FishSale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2523068" y="1417320"/>
            <a:ext cx="5731933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CC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	</a:t>
            </a:r>
          </a:p>
          <a:p>
            <a:pPr marL="0" indent="0">
              <a:buNone/>
            </a:pPr>
            <a:r>
              <a:rPr lang="en-US" sz="4800" b="1" dirty="0">
                <a:solidFill>
                  <a:srgbClr val="CC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Tracker System.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2166632" y="2359152"/>
            <a:ext cx="606296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i="1" dirty="0">
              <a:solidFill>
                <a:srgbClr val="E8F4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400" i="1" dirty="0">
              <a:solidFill>
                <a:srgbClr val="E8F4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400" i="1" dirty="0">
              <a:solidFill>
                <a:srgbClr val="E8F4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400" i="1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buyers, manage fish types, and record every transaction.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2871216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0" y="42519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FishSale Tracker System  ·  Java Swing Desktop Application  ·  2026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0" y="4505669"/>
            <a:ext cx="91440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9BB5"/>
                </a:solidFill>
              </a:rPr>
              <a:t>Presented by:  Jasmin C. Unabia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5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FISHSALE TRACKER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0" y="0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CCF5FF"/>
                </a:solidFill>
              </a:rPr>
              <a:t>Sell Smart.  Track Everything.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9BB5"/>
                </a:solidFill>
              </a:rPr>
              <a:t>FishSale Tracker System  |  Every Catch Counts  |  All Rights Reserved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566928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200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65760" y="1097280"/>
            <a:ext cx="8412480" cy="34747"/>
          </a:xfrm>
          <a:prstGeom prst="rect">
            <a:avLst/>
          </a:prstGeom>
          <a:solidFill>
            <a:srgbClr val="006699"/>
          </a:solidFill>
          <a:ln w="12700">
            <a:solidFill>
              <a:srgbClr val="00669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1188720"/>
            <a:ext cx="4224528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F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" y="1188720"/>
            <a:ext cx="50292" cy="676656"/>
          </a:xfrm>
          <a:prstGeom prst="rect">
            <a:avLst/>
          </a:prstGeom>
          <a:solidFill>
            <a:srgbClr val="006699"/>
          </a:solidFill>
          <a:ln w="12700">
            <a:solidFill>
              <a:srgbClr val="0066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188720"/>
            <a:ext cx="47548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941832" y="1252728"/>
            <a:ext cx="3429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41832" y="1563624"/>
            <a:ext cx="3429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FishSale Tracker?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00600" y="1188720"/>
            <a:ext cx="4224528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F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00600" y="1188720"/>
            <a:ext cx="50292" cy="676656"/>
          </a:xfrm>
          <a:prstGeom prst="rect">
            <a:avLst/>
          </a:prstGeom>
          <a:solidFill>
            <a:srgbClr val="006699"/>
          </a:solidFill>
          <a:ln w="12700">
            <a:solidFill>
              <a:srgbClr val="0066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10328" y="1188720"/>
            <a:ext cx="47548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5394960" y="1252728"/>
            <a:ext cx="3429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94960" y="1563624"/>
            <a:ext cx="3429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was it built?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47472" y="2011680"/>
            <a:ext cx="4224528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F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47472" y="2011680"/>
            <a:ext cx="50292" cy="676656"/>
          </a:xfrm>
          <a:prstGeom prst="rect">
            <a:avLst/>
          </a:prstGeom>
          <a:solidFill>
            <a:srgbClr val="006699"/>
          </a:solidFill>
          <a:ln w="12700">
            <a:solidFill>
              <a:srgbClr val="0066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011680"/>
            <a:ext cx="47548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941832" y="2075688"/>
            <a:ext cx="3429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41832" y="2386584"/>
            <a:ext cx="3429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of the system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00600" y="2011680"/>
            <a:ext cx="4224528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F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00600" y="2011680"/>
            <a:ext cx="50292" cy="676656"/>
          </a:xfrm>
          <a:prstGeom prst="rect">
            <a:avLst/>
          </a:prstGeom>
          <a:solidFill>
            <a:srgbClr val="006699"/>
          </a:solidFill>
          <a:ln w="12700">
            <a:solidFill>
              <a:srgbClr val="00669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0328" y="2011680"/>
            <a:ext cx="47548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5394960" y="2075688"/>
            <a:ext cx="3429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Beneficiaries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394960" y="2386584"/>
            <a:ext cx="3429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benefits?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47472" y="2834640"/>
            <a:ext cx="4224528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F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47472" y="2834640"/>
            <a:ext cx="50292" cy="676656"/>
          </a:xfrm>
          <a:prstGeom prst="rect">
            <a:avLst/>
          </a:prstGeom>
          <a:solidFill>
            <a:srgbClr val="006699"/>
          </a:solidFill>
          <a:ln w="12700">
            <a:solidFill>
              <a:srgbClr val="00669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2834640"/>
            <a:ext cx="47548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900" dirty="0"/>
          </a:p>
        </p:txBody>
      </p:sp>
      <p:sp>
        <p:nvSpPr>
          <p:cNvPr id="32" name="Text 30"/>
          <p:cNvSpPr/>
          <p:nvPr/>
        </p:nvSpPr>
        <p:spPr>
          <a:xfrm>
            <a:off x="941832" y="2898648"/>
            <a:ext cx="3429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and Roles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41832" y="3209544"/>
            <a:ext cx="3429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and Seller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00600" y="2834640"/>
            <a:ext cx="4224528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F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00600" y="2834640"/>
            <a:ext cx="50292" cy="676656"/>
          </a:xfrm>
          <a:prstGeom prst="rect">
            <a:avLst/>
          </a:prstGeom>
          <a:solidFill>
            <a:srgbClr val="006699"/>
          </a:solidFill>
          <a:ln w="12700">
            <a:solidFill>
              <a:srgbClr val="00669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10328" y="2834640"/>
            <a:ext cx="47548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900" dirty="0"/>
          </a:p>
        </p:txBody>
      </p:sp>
      <p:sp>
        <p:nvSpPr>
          <p:cNvPr id="37" name="Text 35"/>
          <p:cNvSpPr/>
          <p:nvPr/>
        </p:nvSpPr>
        <p:spPr>
          <a:xfrm>
            <a:off x="5394960" y="2898648"/>
            <a:ext cx="3429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Features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394960" y="3209544"/>
            <a:ext cx="3429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functionalities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459736" y="3657600"/>
            <a:ext cx="4224528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F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2459736" y="3657600"/>
            <a:ext cx="50292" cy="676656"/>
          </a:xfrm>
          <a:prstGeom prst="rect">
            <a:avLst/>
          </a:prstGeom>
          <a:solidFill>
            <a:srgbClr val="339900"/>
          </a:solidFill>
          <a:ln w="12700">
            <a:solidFill>
              <a:srgbClr val="3399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569464" y="3657600"/>
            <a:ext cx="47548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33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900" dirty="0"/>
          </a:p>
        </p:txBody>
      </p:sp>
      <p:sp>
        <p:nvSpPr>
          <p:cNvPr id="42" name="Text 40"/>
          <p:cNvSpPr/>
          <p:nvPr/>
        </p:nvSpPr>
        <p:spPr>
          <a:xfrm>
            <a:off x="3054096" y="3721608"/>
            <a:ext cx="3429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ERD Diagram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3054096" y="4032504"/>
            <a:ext cx="3429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structure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66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FISHSALE TRACKER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0" y="0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CCF5FF"/>
                </a:solidFill>
              </a:rPr>
              <a:t>Sell Smart.  Track Everything.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9BB5"/>
                </a:solidFill>
              </a:rPr>
              <a:t>FishSale Tracker System  |  Every Catch Counts  |  All Rights Reserved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566928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65760" y="1097280"/>
            <a:ext cx="8412480" cy="34747"/>
          </a:xfrm>
          <a:prstGeom prst="rect">
            <a:avLst/>
          </a:prstGeom>
          <a:solidFill>
            <a:srgbClr val="CCF5FF"/>
          </a:solidFill>
          <a:ln w="12700">
            <a:solidFill>
              <a:srgbClr val="CCF5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852160" y="1188720"/>
            <a:ext cx="2944368" cy="658368"/>
          </a:xfrm>
          <a:prstGeom prst="rect">
            <a:avLst/>
          </a:prstGeom>
          <a:solidFill>
            <a:srgbClr val="003366"/>
          </a:solidFill>
          <a:ln w="12700">
            <a:solidFill>
              <a:srgbClr val="CCF5FF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89320" y="1234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C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89320" y="151790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Swing — NetBeans IDE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852160" y="1993392"/>
            <a:ext cx="2944368" cy="658368"/>
          </a:xfrm>
          <a:prstGeom prst="rect">
            <a:avLst/>
          </a:prstGeom>
          <a:solidFill>
            <a:srgbClr val="003366"/>
          </a:solidFill>
          <a:ln w="12700">
            <a:solidFill>
              <a:srgbClr val="CCF5FF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89320" y="203911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C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89320" y="232257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(fishsale.db)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852160" y="2798064"/>
            <a:ext cx="2944368" cy="658368"/>
          </a:xfrm>
          <a:prstGeom prst="rect">
            <a:avLst/>
          </a:prstGeom>
          <a:solidFill>
            <a:srgbClr val="003366"/>
          </a:solidFill>
          <a:ln w="12700">
            <a:solidFill>
              <a:srgbClr val="CCF5FF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989320" y="284378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C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989320" y="312724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and Seller roles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852160" y="3602736"/>
            <a:ext cx="2944368" cy="658368"/>
          </a:xfrm>
          <a:prstGeom prst="rect">
            <a:avLst/>
          </a:prstGeom>
          <a:solidFill>
            <a:srgbClr val="003366"/>
          </a:solidFill>
          <a:ln w="12700">
            <a:solidFill>
              <a:srgbClr val="CCF5FF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989320" y="364845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C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989320" y="3931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receipts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" y="1207008"/>
            <a:ext cx="5166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it?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65760" y="1499616"/>
            <a:ext cx="5166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FishSale Tracker is a desktop app for recording and managing fish sales. Built with Java Swing.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" y="2322576"/>
            <a:ext cx="5166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it do?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65760" y="2615184"/>
            <a:ext cx="5166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login, sales recording, buyer and fish type management, and receipt printing — in one place.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65760" y="3438144"/>
            <a:ext cx="5166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it for?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3730752"/>
            <a:ext cx="5166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 traders who want to replace manual record-keeping with a fast, organized digital system.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5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FISHSALE TRACKER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0" y="0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CCF5FF"/>
                </a:solidFill>
              </a:rPr>
              <a:t>Sell Smart.  Track Everything.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9BB5"/>
                </a:solidFill>
              </a:rPr>
              <a:t>FishSale Tracker System  |  Every Catch Counts  |  All Rights Reserved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566928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200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65760" y="1097280"/>
            <a:ext cx="8412480" cy="34747"/>
          </a:xfrm>
          <a:prstGeom prst="rect">
            <a:avLst/>
          </a:prstGeom>
          <a:solidFill>
            <a:srgbClr val="006699"/>
          </a:solidFill>
          <a:ln w="12700">
            <a:solidFill>
              <a:srgbClr val="00669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1188720"/>
            <a:ext cx="4242816" cy="438912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" y="1188720"/>
            <a:ext cx="3977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47472" y="1627632"/>
            <a:ext cx="4242816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F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" y="1764792"/>
            <a:ext cx="128016" cy="128016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4944" y="171907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tracked on paper or memory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4632" y="2350008"/>
            <a:ext cx="128016" cy="128016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4944" y="230428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records get lost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" y="2935224"/>
            <a:ext cx="128016" cy="128016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" y="2889504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check buyer history fast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4632" y="3520440"/>
            <a:ext cx="128016" cy="128016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4944" y="34747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calculations cause errors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4632" y="4105656"/>
            <a:ext cx="128016" cy="128016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4944" y="4059936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cannot monitor all sellers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09744" y="1188720"/>
            <a:ext cx="4242816" cy="438912"/>
          </a:xfrm>
          <a:prstGeom prst="rect">
            <a:avLst/>
          </a:prstGeom>
          <a:solidFill>
            <a:srgbClr val="339900"/>
          </a:solidFill>
          <a:ln w="12700">
            <a:solidFill>
              <a:srgbClr val="3399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46904" y="1188720"/>
            <a:ext cx="3977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809744" y="1627632"/>
            <a:ext cx="4242816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F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946904" y="1764792"/>
            <a:ext cx="128016" cy="128016"/>
          </a:xfrm>
          <a:prstGeom prst="ellipse">
            <a:avLst/>
          </a:prstGeom>
          <a:solidFill>
            <a:srgbClr val="339900"/>
          </a:solidFill>
          <a:ln w="12700">
            <a:solidFill>
              <a:srgbClr val="3399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57216" y="171907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sales saved in a central database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946904" y="2350008"/>
            <a:ext cx="128016" cy="128016"/>
          </a:xfrm>
          <a:prstGeom prst="ellipse">
            <a:avLst/>
          </a:prstGeom>
          <a:solidFill>
            <a:srgbClr val="339900"/>
          </a:solidFill>
          <a:ln w="12700">
            <a:solidFill>
              <a:srgbClr val="3399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57216" y="230428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transaction recorded with receipt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946904" y="2935224"/>
            <a:ext cx="128016" cy="128016"/>
          </a:xfrm>
          <a:prstGeom prst="ellipse">
            <a:avLst/>
          </a:prstGeom>
          <a:solidFill>
            <a:srgbClr val="339900"/>
          </a:solidFill>
          <a:ln w="12700">
            <a:solidFill>
              <a:srgbClr val="3399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57216" y="2889504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records linked to each sale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946904" y="3520440"/>
            <a:ext cx="128016" cy="128016"/>
          </a:xfrm>
          <a:prstGeom prst="ellipse">
            <a:avLst/>
          </a:prstGeom>
          <a:solidFill>
            <a:srgbClr val="339900"/>
          </a:solidFill>
          <a:ln w="12700">
            <a:solidFill>
              <a:srgbClr val="3399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57216" y="34747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subtotal and total calculation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946904" y="4105656"/>
            <a:ext cx="128016" cy="128016"/>
          </a:xfrm>
          <a:prstGeom prst="ellipse">
            <a:avLst/>
          </a:prstGeom>
          <a:solidFill>
            <a:srgbClr val="339900"/>
          </a:solidFill>
          <a:ln w="12700">
            <a:solidFill>
              <a:srgbClr val="3399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57216" y="4059936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views all transactions at once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66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FISHSALE TRACKER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0" y="0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CCF5FF"/>
                </a:solidFill>
              </a:rPr>
              <a:t>Sell Smart.  Track Everything.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9BB5"/>
                </a:solidFill>
              </a:rPr>
              <a:t>FishSale Tracker System  |  Every Catch Counts  |  All Rights Reserved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566928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65760" y="1097280"/>
            <a:ext cx="8412480" cy="34747"/>
          </a:xfrm>
          <a:prstGeom prst="rect">
            <a:avLst/>
          </a:prstGeom>
          <a:solidFill>
            <a:srgbClr val="CCF5FF"/>
          </a:solidFill>
          <a:ln w="12700">
            <a:solidFill>
              <a:srgbClr val="CCF5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17043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system was built to: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7472" y="1536192"/>
            <a:ext cx="4242816" cy="822960"/>
          </a:xfrm>
          <a:prstGeom prst="rect">
            <a:avLst/>
          </a:prstGeom>
          <a:solidFill>
            <a:srgbClr val="003366"/>
          </a:solidFill>
          <a:ln w="12700">
            <a:solidFill>
              <a:srgbClr val="CCF5FF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12064" y="1609344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Access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12064" y="193852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login for Admin and Sellers. New accounts need Admin approval.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09744" y="1536192"/>
            <a:ext cx="4242816" cy="822960"/>
          </a:xfrm>
          <a:prstGeom prst="rect">
            <a:avLst/>
          </a:prstGeom>
          <a:solidFill>
            <a:srgbClr val="003366"/>
          </a:solidFill>
          <a:ln w="12700">
            <a:solidFill>
              <a:srgbClr val="CCF5FF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74336" y="1609344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Sales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74336" y="193852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multi-item sales with fish type, kg, and price. Auto-calculates totals.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2560320"/>
            <a:ext cx="4242816" cy="822960"/>
          </a:xfrm>
          <a:prstGeom prst="rect">
            <a:avLst/>
          </a:prstGeom>
          <a:solidFill>
            <a:srgbClr val="003366"/>
          </a:solidFill>
          <a:ln w="12700">
            <a:solidFill>
              <a:srgbClr val="CCF5FF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263347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Receipts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12064" y="2962656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receipts for every completed sale transaction.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09744" y="2560320"/>
            <a:ext cx="4242816" cy="822960"/>
          </a:xfrm>
          <a:prstGeom prst="rect">
            <a:avLst/>
          </a:prstGeom>
          <a:solidFill>
            <a:srgbClr val="003366"/>
          </a:solidFill>
          <a:ln w="12700">
            <a:solidFill>
              <a:srgbClr val="CCF5FF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74336" y="263347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Transactions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74336" y="2962656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sees all sales. Sellers view only their own history.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450592" y="3584448"/>
            <a:ext cx="4242816" cy="822960"/>
          </a:xfrm>
          <a:prstGeom prst="rect">
            <a:avLst/>
          </a:prstGeom>
          <a:solidFill>
            <a:srgbClr val="003366"/>
          </a:solidFill>
          <a:ln w="12700">
            <a:solidFill>
              <a:srgbClr val="CCF5FF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615184" y="365760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Fish and Buyers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615184" y="3986784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 catalog of fish types and a list of registered buyers.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5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FISHSALE TRACKER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0" y="0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CCF5FF"/>
                </a:solidFill>
              </a:rPr>
              <a:t>Sell Smart.  Track Everything.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9BB5"/>
                </a:solidFill>
              </a:rPr>
              <a:t>FishSale Tracker System  |  Every Catch Counts  |  All Rights Reserved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566928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200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BENEFICIARIES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65760" y="1097280"/>
            <a:ext cx="8412480" cy="34747"/>
          </a:xfrm>
          <a:prstGeom prst="rect">
            <a:avLst/>
          </a:prstGeom>
          <a:solidFill>
            <a:srgbClr val="006699"/>
          </a:solidFill>
          <a:ln w="12700">
            <a:solidFill>
              <a:srgbClr val="00669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" y="1170432"/>
            <a:ext cx="2798064" cy="475488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" y="1170432"/>
            <a:ext cx="27980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56032" y="1645920"/>
            <a:ext cx="2798064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F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709928"/>
            <a:ext cx="257860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system access. Manages users, buyers, fish types, and all sales.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450592"/>
            <a:ext cx="2578608" cy="27432"/>
          </a:xfrm>
          <a:prstGeom prst="rect">
            <a:avLst/>
          </a:prstGeom>
          <a:solidFill>
            <a:srgbClr val="D0E8F0"/>
          </a:solidFill>
          <a:ln w="12700">
            <a:solidFill>
              <a:srgbClr val="D0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048" y="2542032"/>
            <a:ext cx="128016" cy="128016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5216" y="2496312"/>
            <a:ext cx="23591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users and account status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84048" y="3044952"/>
            <a:ext cx="128016" cy="128016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5216" y="2999232"/>
            <a:ext cx="23591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and edit buyers and fish types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84048" y="3547872"/>
            <a:ext cx="128016" cy="128016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5216" y="3502152"/>
            <a:ext cx="23591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transactions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84048" y="4050792"/>
            <a:ext cx="128016" cy="128016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5216" y="4005072"/>
            <a:ext cx="23591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dashboard stats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0" y="1170432"/>
            <a:ext cx="2798064" cy="475488"/>
          </a:xfrm>
          <a:prstGeom prst="rect">
            <a:avLst/>
          </a:prstGeom>
          <a:solidFill>
            <a:srgbClr val="006699"/>
          </a:solidFill>
          <a:ln w="12700">
            <a:solidFill>
              <a:srgbClr val="0066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0" y="1170432"/>
            <a:ext cx="27980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200400" y="1645920"/>
            <a:ext cx="2798064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F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310128" y="1709928"/>
            <a:ext cx="257860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user. Records daily fish sales and tracks own transactions.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310128" y="2450592"/>
            <a:ext cx="2578608" cy="27432"/>
          </a:xfrm>
          <a:prstGeom prst="rect">
            <a:avLst/>
          </a:prstGeom>
          <a:solidFill>
            <a:srgbClr val="D0E8F0"/>
          </a:solidFill>
          <a:ln w="12700">
            <a:solidFill>
              <a:srgbClr val="D0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28416" y="2542032"/>
            <a:ext cx="128016" cy="128016"/>
          </a:xfrm>
          <a:prstGeom prst="ellipse">
            <a:avLst/>
          </a:prstGeom>
          <a:solidFill>
            <a:srgbClr val="006699"/>
          </a:solidFill>
          <a:ln w="12700">
            <a:solidFill>
              <a:srgbClr val="00669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29584" y="2496312"/>
            <a:ext cx="23591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new sales with fish items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328416" y="3044952"/>
            <a:ext cx="128016" cy="128016"/>
          </a:xfrm>
          <a:prstGeom prst="ellipse">
            <a:avLst/>
          </a:prstGeom>
          <a:solidFill>
            <a:srgbClr val="006699"/>
          </a:solidFill>
          <a:ln w="12700">
            <a:solidFill>
              <a:srgbClr val="00669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29584" y="2999232"/>
            <a:ext cx="23591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own sales history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328416" y="3547872"/>
            <a:ext cx="128016" cy="128016"/>
          </a:xfrm>
          <a:prstGeom prst="ellipse">
            <a:avLst/>
          </a:prstGeom>
          <a:solidFill>
            <a:srgbClr val="006699"/>
          </a:solidFill>
          <a:ln w="12700">
            <a:solidFill>
              <a:srgbClr val="00669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29584" y="3502152"/>
            <a:ext cx="23591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receipts for buyers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328416" y="4050792"/>
            <a:ext cx="128016" cy="128016"/>
          </a:xfrm>
          <a:prstGeom prst="ellipse">
            <a:avLst/>
          </a:prstGeom>
          <a:solidFill>
            <a:srgbClr val="006699"/>
          </a:solidFill>
          <a:ln w="12700">
            <a:solidFill>
              <a:srgbClr val="00669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29584" y="4005072"/>
            <a:ext cx="23591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personal profile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144768" y="1170432"/>
            <a:ext cx="2798064" cy="475488"/>
          </a:xfrm>
          <a:prstGeom prst="rect">
            <a:avLst/>
          </a:prstGeom>
          <a:solidFill>
            <a:srgbClr val="339900"/>
          </a:solidFill>
          <a:ln w="12700">
            <a:solidFill>
              <a:srgbClr val="3399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44768" y="1170432"/>
            <a:ext cx="27980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144768" y="1645920"/>
            <a:ext cx="2798064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F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254496" y="1709928"/>
            <a:ext cx="257860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by Admin. Linked to every sale for record-keeping.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254496" y="2450592"/>
            <a:ext cx="2578608" cy="27432"/>
          </a:xfrm>
          <a:prstGeom prst="rect">
            <a:avLst/>
          </a:prstGeom>
          <a:solidFill>
            <a:srgbClr val="D0E8F0"/>
          </a:solidFill>
          <a:ln w="12700">
            <a:solidFill>
              <a:srgbClr val="D0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272784" y="2542032"/>
            <a:ext cx="128016" cy="128016"/>
          </a:xfrm>
          <a:prstGeom prst="ellipse">
            <a:avLst/>
          </a:prstGeom>
          <a:solidFill>
            <a:srgbClr val="339900"/>
          </a:solidFill>
          <a:ln w="12700">
            <a:solidFill>
              <a:srgbClr val="3399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73952" y="2496312"/>
            <a:ext cx="23591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by Admin only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272784" y="3044952"/>
            <a:ext cx="128016" cy="128016"/>
          </a:xfrm>
          <a:prstGeom prst="ellipse">
            <a:avLst/>
          </a:prstGeom>
          <a:solidFill>
            <a:srgbClr val="339900"/>
          </a:solidFill>
          <a:ln w="12700">
            <a:solidFill>
              <a:srgbClr val="3399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73952" y="2999232"/>
            <a:ext cx="23591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to sales for tracking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272784" y="3547872"/>
            <a:ext cx="128016" cy="128016"/>
          </a:xfrm>
          <a:prstGeom prst="ellipse">
            <a:avLst/>
          </a:prstGeom>
          <a:solidFill>
            <a:srgbClr val="339900"/>
          </a:solidFill>
          <a:ln w="12700">
            <a:solidFill>
              <a:srgbClr val="3399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73952" y="3502152"/>
            <a:ext cx="23591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login access needed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272784" y="4050792"/>
            <a:ext cx="128016" cy="128016"/>
          </a:xfrm>
          <a:prstGeom prst="ellipse">
            <a:avLst/>
          </a:prstGeom>
          <a:solidFill>
            <a:srgbClr val="339900"/>
          </a:solidFill>
          <a:ln w="12700">
            <a:solidFill>
              <a:srgbClr val="3399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73952" y="4005072"/>
            <a:ext cx="23591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 updated anytime by Admin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66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FISHSALE TRACKER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0" y="0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CCF5FF"/>
                </a:solidFill>
              </a:rPr>
              <a:t>Sell Smart.  Track Everything.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9BB5"/>
                </a:solidFill>
              </a:rPr>
              <a:t>FishSale Tracker System  |  Every Catch Counts  |  All Rights Reserved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566928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AND STAKEHOLDERS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65760" y="1097280"/>
            <a:ext cx="8412480" cy="34747"/>
          </a:xfrm>
          <a:prstGeom prst="rect">
            <a:avLst/>
          </a:prstGeom>
          <a:solidFill>
            <a:srgbClr val="CCF5FF"/>
          </a:solidFill>
          <a:ln w="12700">
            <a:solidFill>
              <a:srgbClr val="CCF5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" y="1170432"/>
            <a:ext cx="2798064" cy="3566160"/>
          </a:xfrm>
          <a:prstGeom prst="rect">
            <a:avLst/>
          </a:prstGeom>
          <a:solidFill>
            <a:srgbClr val="003366"/>
          </a:solidFill>
          <a:ln w="12700">
            <a:solidFill>
              <a:srgbClr val="CCF5FF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" y="1170432"/>
            <a:ext cx="2798064" cy="50292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" y="1170432"/>
            <a:ext cx="27980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8912" y="1801368"/>
            <a:ext cx="128016" cy="128016"/>
          </a:xfrm>
          <a:prstGeom prst="ellipse">
            <a:avLst/>
          </a:prstGeom>
          <a:solidFill>
            <a:srgbClr val="CCF5FF"/>
          </a:solidFill>
          <a:ln w="12700">
            <a:solidFill>
              <a:srgbClr val="CCF5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1755648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users and account status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8912" y="2350008"/>
            <a:ext cx="128016" cy="128016"/>
          </a:xfrm>
          <a:prstGeom prst="ellipse">
            <a:avLst/>
          </a:prstGeom>
          <a:solidFill>
            <a:srgbClr val="CCF5FF"/>
          </a:solidFill>
          <a:ln w="12700">
            <a:solidFill>
              <a:srgbClr val="CCF5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304288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buyers and fish types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8912" y="2898648"/>
            <a:ext cx="128016" cy="128016"/>
          </a:xfrm>
          <a:prstGeom prst="ellipse">
            <a:avLst/>
          </a:prstGeom>
          <a:solidFill>
            <a:srgbClr val="CCF5FF"/>
          </a:solidFill>
          <a:ln w="12700">
            <a:solidFill>
              <a:srgbClr val="CCF5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852928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transactions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8912" y="3447288"/>
            <a:ext cx="128016" cy="128016"/>
          </a:xfrm>
          <a:prstGeom prst="ellipse">
            <a:avLst/>
          </a:prstGeom>
          <a:solidFill>
            <a:srgbClr val="CCF5FF"/>
          </a:solidFill>
          <a:ln w="12700">
            <a:solidFill>
              <a:srgbClr val="CCF5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401568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dashboard access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8912" y="3995928"/>
            <a:ext cx="128016" cy="128016"/>
          </a:xfrm>
          <a:prstGeom prst="ellipse">
            <a:avLst/>
          </a:prstGeom>
          <a:solidFill>
            <a:srgbClr val="CCF5FF"/>
          </a:solidFill>
          <a:ln w="12700">
            <a:solidFill>
              <a:srgbClr val="CCF5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950208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new accounts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00400" y="1170432"/>
            <a:ext cx="2798064" cy="3566160"/>
          </a:xfrm>
          <a:prstGeom prst="rect">
            <a:avLst/>
          </a:prstGeom>
          <a:solidFill>
            <a:srgbClr val="003366"/>
          </a:solidFill>
          <a:ln w="12700">
            <a:solidFill>
              <a:srgbClr val="CCF5FF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0" y="1170432"/>
            <a:ext cx="2798064" cy="502920"/>
          </a:xfrm>
          <a:prstGeom prst="rect">
            <a:avLst/>
          </a:prstGeom>
          <a:solidFill>
            <a:srgbClr val="006699"/>
          </a:solidFill>
          <a:ln w="12700">
            <a:solidFill>
              <a:srgbClr val="0066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0" y="1170432"/>
            <a:ext cx="27980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383280" y="1801368"/>
            <a:ext cx="128016" cy="128016"/>
          </a:xfrm>
          <a:prstGeom prst="ellipse">
            <a:avLst/>
          </a:prstGeom>
          <a:solidFill>
            <a:srgbClr val="CCF5FF"/>
          </a:solidFill>
          <a:ln w="12700">
            <a:solidFill>
              <a:srgbClr val="CCF5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84448" y="1755648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 with approved account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383280" y="2350008"/>
            <a:ext cx="128016" cy="128016"/>
          </a:xfrm>
          <a:prstGeom prst="ellipse">
            <a:avLst/>
          </a:prstGeom>
          <a:solidFill>
            <a:srgbClr val="CCF5FF"/>
          </a:solidFill>
          <a:ln w="12700">
            <a:solidFill>
              <a:srgbClr val="CCF5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84448" y="2304288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new sales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383280" y="2898648"/>
            <a:ext cx="128016" cy="128016"/>
          </a:xfrm>
          <a:prstGeom prst="ellipse">
            <a:avLst/>
          </a:prstGeom>
          <a:solidFill>
            <a:srgbClr val="CCF5FF"/>
          </a:solidFill>
          <a:ln w="12700">
            <a:solidFill>
              <a:srgbClr val="CCF5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84448" y="2852928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own sales history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383280" y="3447288"/>
            <a:ext cx="128016" cy="128016"/>
          </a:xfrm>
          <a:prstGeom prst="ellipse">
            <a:avLst/>
          </a:prstGeom>
          <a:solidFill>
            <a:srgbClr val="CCF5FF"/>
          </a:solidFill>
          <a:ln w="12700">
            <a:solidFill>
              <a:srgbClr val="CCF5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84448" y="3401568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receipts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383280" y="3995928"/>
            <a:ext cx="128016" cy="128016"/>
          </a:xfrm>
          <a:prstGeom prst="ellipse">
            <a:avLst/>
          </a:prstGeom>
          <a:solidFill>
            <a:srgbClr val="CCF5FF"/>
          </a:solidFill>
          <a:ln w="12700">
            <a:solidFill>
              <a:srgbClr val="CCF5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84448" y="3950208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own profile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144768" y="1170432"/>
            <a:ext cx="2798064" cy="3566160"/>
          </a:xfrm>
          <a:prstGeom prst="rect">
            <a:avLst/>
          </a:prstGeom>
          <a:solidFill>
            <a:srgbClr val="003366"/>
          </a:solidFill>
          <a:ln w="12700">
            <a:solidFill>
              <a:srgbClr val="CCF5FF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44768" y="1170432"/>
            <a:ext cx="2798064" cy="502920"/>
          </a:xfrm>
          <a:prstGeom prst="rect">
            <a:avLst/>
          </a:prstGeom>
          <a:solidFill>
            <a:srgbClr val="339900"/>
          </a:solidFill>
          <a:ln w="12700">
            <a:solidFill>
              <a:srgbClr val="3399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44768" y="1170432"/>
            <a:ext cx="27980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327648" y="1801368"/>
            <a:ext cx="128016" cy="128016"/>
          </a:xfrm>
          <a:prstGeom prst="ellipse">
            <a:avLst/>
          </a:prstGeom>
          <a:solidFill>
            <a:srgbClr val="CCF5FF"/>
          </a:solidFill>
          <a:ln w="12700">
            <a:solidFill>
              <a:srgbClr val="CCF5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28816" y="1755648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by Admin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327648" y="2350008"/>
            <a:ext cx="128016" cy="128016"/>
          </a:xfrm>
          <a:prstGeom prst="ellipse">
            <a:avLst/>
          </a:prstGeom>
          <a:solidFill>
            <a:srgbClr val="CCF5FF"/>
          </a:solidFill>
          <a:ln w="12700">
            <a:solidFill>
              <a:srgbClr val="CCF5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28816" y="2304288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to every sale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327648" y="2898648"/>
            <a:ext cx="128016" cy="128016"/>
          </a:xfrm>
          <a:prstGeom prst="ellipse">
            <a:avLst/>
          </a:prstGeom>
          <a:solidFill>
            <a:srgbClr val="CCF5FF"/>
          </a:solidFill>
          <a:ln w="12700">
            <a:solidFill>
              <a:srgbClr val="CCF5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28816" y="2852928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info stored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327648" y="3447288"/>
            <a:ext cx="128016" cy="128016"/>
          </a:xfrm>
          <a:prstGeom prst="ellipse">
            <a:avLst/>
          </a:prstGeom>
          <a:solidFill>
            <a:srgbClr val="CCF5FF"/>
          </a:solidFill>
          <a:ln w="12700">
            <a:solidFill>
              <a:srgbClr val="CCF5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28816" y="3401568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login needed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327648" y="3995928"/>
            <a:ext cx="128016" cy="128016"/>
          </a:xfrm>
          <a:prstGeom prst="ellipse">
            <a:avLst/>
          </a:prstGeom>
          <a:solidFill>
            <a:srgbClr val="CCF5FF"/>
          </a:solidFill>
          <a:ln w="12700">
            <a:solidFill>
              <a:srgbClr val="CCF5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28816" y="3950208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updated by Admin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5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FISHSALE TRACKER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0" y="0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CCF5FF"/>
                </a:solidFill>
              </a:rPr>
              <a:t>Sell Smart.  Track Everything.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9BB5"/>
                </a:solidFill>
              </a:rPr>
              <a:t>FishSale Tracker System  |  Every Catch Counts  |  All Rights Reserved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566928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200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FEATURES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65760" y="1097280"/>
            <a:ext cx="8412480" cy="34747"/>
          </a:xfrm>
          <a:prstGeom prst="rect">
            <a:avLst/>
          </a:prstGeom>
          <a:solidFill>
            <a:srgbClr val="006699"/>
          </a:solidFill>
          <a:ln w="12700">
            <a:solidFill>
              <a:srgbClr val="00669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" y="1170432"/>
            <a:ext cx="2761488" cy="1554480"/>
          </a:xfrm>
          <a:prstGeom prst="rect">
            <a:avLst/>
          </a:prstGeom>
          <a:solidFill>
            <a:srgbClr val="E0FFFE"/>
          </a:solidFill>
          <a:ln w="12700">
            <a:solidFill>
              <a:srgbClr val="006699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92608" y="1170432"/>
            <a:ext cx="2761488" cy="73152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" y="1298448"/>
            <a:ext cx="25054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Login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20624" y="1627632"/>
            <a:ext cx="25054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auth, Admin/User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0624" y="1901952"/>
            <a:ext cx="2505456" cy="25603"/>
          </a:xfrm>
          <a:prstGeom prst="rect">
            <a:avLst/>
          </a:prstGeom>
          <a:solidFill>
            <a:srgbClr val="B8DDF0"/>
          </a:solidFill>
          <a:ln w="12700">
            <a:solidFill>
              <a:srgbClr val="B8DD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" y="1956816"/>
            <a:ext cx="250545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with account status check.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accounts require Admin approval.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0" y="1170432"/>
            <a:ext cx="2761488" cy="1554480"/>
          </a:xfrm>
          <a:prstGeom prst="rect">
            <a:avLst/>
          </a:prstGeom>
          <a:solidFill>
            <a:srgbClr val="E0FFFE"/>
          </a:solidFill>
          <a:ln w="12700">
            <a:solidFill>
              <a:srgbClr val="006699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0" y="1170432"/>
            <a:ext cx="2761488" cy="73152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28416" y="1298448"/>
            <a:ext cx="25054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Multi-item Sales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328416" y="1627632"/>
            <a:ext cx="25054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Fish, kg, price, auto total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328416" y="1901952"/>
            <a:ext cx="2505456" cy="25603"/>
          </a:xfrm>
          <a:prstGeom prst="rect">
            <a:avLst/>
          </a:prstGeom>
          <a:solidFill>
            <a:srgbClr val="B8DDF0"/>
          </a:solidFill>
          <a:ln w="12700">
            <a:solidFill>
              <a:srgbClr val="B8DD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28416" y="1956816"/>
            <a:ext cx="250545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fish items with quantity and price.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auto-calculates the total.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08192" y="1170432"/>
            <a:ext cx="2761488" cy="1554480"/>
          </a:xfrm>
          <a:prstGeom prst="rect">
            <a:avLst/>
          </a:prstGeom>
          <a:solidFill>
            <a:srgbClr val="E0FFFE"/>
          </a:solidFill>
          <a:ln w="12700">
            <a:solidFill>
              <a:srgbClr val="006699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08192" y="1170432"/>
            <a:ext cx="2761488" cy="73152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36208" y="1298448"/>
            <a:ext cx="25054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 Catalog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236208" y="1627632"/>
            <a:ext cx="25054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Saltwater / Freshwater / Brackish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36208" y="1901952"/>
            <a:ext cx="2505456" cy="25603"/>
          </a:xfrm>
          <a:prstGeom prst="rect">
            <a:avLst/>
          </a:prstGeom>
          <a:solidFill>
            <a:srgbClr val="B8DDF0"/>
          </a:solidFill>
          <a:ln w="12700">
            <a:solidFill>
              <a:srgbClr val="B8DD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36208" y="1956816"/>
            <a:ext cx="250545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Organized fish type records with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and code for each type.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92608" y="2871216"/>
            <a:ext cx="2761488" cy="1554480"/>
          </a:xfrm>
          <a:prstGeom prst="rect">
            <a:avLst/>
          </a:prstGeom>
          <a:solidFill>
            <a:srgbClr val="E0FFFE"/>
          </a:solidFill>
          <a:ln w="12700">
            <a:solidFill>
              <a:srgbClr val="006699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92608" y="2871216"/>
            <a:ext cx="2761488" cy="73152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0624" y="2999232"/>
            <a:ext cx="25054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Management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20624" y="3328416"/>
            <a:ext cx="25054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and link buyers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20624" y="3602736"/>
            <a:ext cx="2505456" cy="25603"/>
          </a:xfrm>
          <a:prstGeom prst="rect">
            <a:avLst/>
          </a:prstGeom>
          <a:solidFill>
            <a:srgbClr val="B8DDF0"/>
          </a:solidFill>
          <a:ln w="12700">
            <a:solidFill>
              <a:srgbClr val="B8DD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0624" y="3657600"/>
            <a:ext cx="250545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buyer details and link them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every sale transaction.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200400" y="2871216"/>
            <a:ext cx="2761488" cy="1554480"/>
          </a:xfrm>
          <a:prstGeom prst="rect">
            <a:avLst/>
          </a:prstGeom>
          <a:solidFill>
            <a:srgbClr val="E0FFFE"/>
          </a:solidFill>
          <a:ln w="12700">
            <a:solidFill>
              <a:srgbClr val="006699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00400" y="2871216"/>
            <a:ext cx="2761488" cy="73152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28416" y="2999232"/>
            <a:ext cx="25054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Receipts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3328416" y="3328416"/>
            <a:ext cx="25054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 and print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328416" y="3602736"/>
            <a:ext cx="2505456" cy="25603"/>
          </a:xfrm>
          <a:prstGeom prst="rect">
            <a:avLst/>
          </a:prstGeom>
          <a:solidFill>
            <a:srgbClr val="B8DDF0"/>
          </a:solidFill>
          <a:ln w="12700">
            <a:solidFill>
              <a:srgbClr val="B8DD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28416" y="3657600"/>
            <a:ext cx="250545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receipts for every sale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from the system.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108192" y="2871216"/>
            <a:ext cx="2761488" cy="1554480"/>
          </a:xfrm>
          <a:prstGeom prst="rect">
            <a:avLst/>
          </a:prstGeom>
          <a:solidFill>
            <a:srgbClr val="E0FFFE"/>
          </a:solidFill>
          <a:ln w="12700">
            <a:solidFill>
              <a:srgbClr val="006699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108192" y="2871216"/>
            <a:ext cx="2761488" cy="73152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36208" y="2999232"/>
            <a:ext cx="25054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236208" y="3328416"/>
            <a:ext cx="25054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for sales and users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236208" y="3602736"/>
            <a:ext cx="2505456" cy="25603"/>
          </a:xfrm>
          <a:prstGeom prst="rect">
            <a:avLst/>
          </a:prstGeom>
          <a:solidFill>
            <a:srgbClr val="B8DDF0"/>
          </a:solidFill>
          <a:ln w="12700">
            <a:solidFill>
              <a:srgbClr val="B8DD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36208" y="3657600"/>
            <a:ext cx="250545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transaction count, revenue,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account status at a glance.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1F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FISHSALE TRACKER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0" y="0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CCF5FF"/>
                </a:solidFill>
              </a:rPr>
              <a:t>Sell Smart.  Track Everything.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9BB5"/>
                </a:solidFill>
              </a:rPr>
              <a:t>FishSale Tracker System  |  Every Catch Counts  |  All Rights Reserved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566928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ERD DIAGRAM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65760" y="1097280"/>
            <a:ext cx="8412480" cy="34747"/>
          </a:xfrm>
          <a:prstGeom prst="rect">
            <a:avLst/>
          </a:prstGeom>
          <a:solidFill>
            <a:srgbClr val="CCF5FF"/>
          </a:solidFill>
          <a:ln w="12700">
            <a:solidFill>
              <a:srgbClr val="CCF5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" y="1152144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tbl_user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6344" y="1426464"/>
            <a:ext cx="187452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6D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user_id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66344" y="1595628"/>
            <a:ext cx="187452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8D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user_fname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66344" y="1764792"/>
            <a:ext cx="187452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8D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user_lname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66344" y="1933956"/>
            <a:ext cx="187452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8D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user_email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66344" y="2103120"/>
            <a:ext cx="187452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8D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username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66344" y="2272284"/>
            <a:ext cx="187452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8D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66344" y="2441448"/>
            <a:ext cx="187452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8D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66344" y="2610612"/>
            <a:ext cx="187452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8D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user_status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766560" y="1152144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tbl_buyer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821424" y="1453896"/>
            <a:ext cx="237744" cy="114300"/>
          </a:xfrm>
          <a:prstGeom prst="rect">
            <a:avLst/>
          </a:prstGeom>
          <a:solidFill>
            <a:srgbClr val="7A6200"/>
          </a:solidFill>
          <a:ln w="6350">
            <a:solidFill>
              <a:srgbClr val="F6D86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21424" y="1444752"/>
            <a:ext cx="237744" cy="1325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6D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7095744" y="1426464"/>
            <a:ext cx="187452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6D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buyer_id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095744" y="1595628"/>
            <a:ext cx="187452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8D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buyer_fname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095744" y="1764792"/>
            <a:ext cx="187452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8D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buyer_lname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095744" y="1933956"/>
            <a:ext cx="187452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8D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buyer_contact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095744" y="2103120"/>
            <a:ext cx="187452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8D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buyer_email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095744" y="2272284"/>
            <a:ext cx="187452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8D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buyer_type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7095744" y="2441448"/>
            <a:ext cx="187452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8D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buyer_status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447288" y="1444752"/>
            <a:ext cx="2240280" cy="27432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47288" y="1444752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tbl_sale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447288" y="1719072"/>
            <a:ext cx="2240280" cy="1014984"/>
          </a:xfrm>
          <a:prstGeom prst="rect">
            <a:avLst/>
          </a:prstGeom>
          <a:solidFill>
            <a:srgbClr val="0A1628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447288" y="1719072"/>
            <a:ext cx="2240280" cy="169164"/>
          </a:xfrm>
          <a:prstGeom prst="rect">
            <a:avLst/>
          </a:prstGeom>
          <a:solidFill>
            <a:srgbClr val="1A2A10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502152" y="1746504"/>
            <a:ext cx="237744" cy="114300"/>
          </a:xfrm>
          <a:prstGeom prst="rect">
            <a:avLst/>
          </a:prstGeom>
          <a:solidFill>
            <a:srgbClr val="7A6200"/>
          </a:solidFill>
          <a:ln w="6350">
            <a:solidFill>
              <a:srgbClr val="F6D86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502152" y="1737360"/>
            <a:ext cx="237744" cy="1325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6D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600" dirty="0"/>
          </a:p>
        </p:txBody>
      </p:sp>
      <p:sp>
        <p:nvSpPr>
          <p:cNvPr id="46" name="Text 44"/>
          <p:cNvSpPr/>
          <p:nvPr/>
        </p:nvSpPr>
        <p:spPr>
          <a:xfrm>
            <a:off x="3776472" y="1719072"/>
            <a:ext cx="187452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6D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sale_id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3447288" y="1888236"/>
            <a:ext cx="2240280" cy="169164"/>
          </a:xfrm>
          <a:prstGeom prst="rect">
            <a:avLst/>
          </a:prstGeom>
          <a:solidFill>
            <a:srgbClr val="0A1A2A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502152" y="1915668"/>
            <a:ext cx="237744" cy="114300"/>
          </a:xfrm>
          <a:prstGeom prst="rect">
            <a:avLst/>
          </a:prstGeom>
          <a:solidFill>
            <a:srgbClr val="005070"/>
          </a:solidFill>
          <a:ln w="6350">
            <a:solidFill>
              <a:srgbClr val="81D8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502152" y="1906524"/>
            <a:ext cx="237744" cy="1325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81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600" dirty="0"/>
          </a:p>
        </p:txBody>
      </p:sp>
      <p:sp>
        <p:nvSpPr>
          <p:cNvPr id="50" name="Text 48"/>
          <p:cNvSpPr/>
          <p:nvPr/>
        </p:nvSpPr>
        <p:spPr>
          <a:xfrm>
            <a:off x="3776472" y="1888236"/>
            <a:ext cx="187452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1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buyer_id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3447288" y="2057400"/>
            <a:ext cx="2240280" cy="169164"/>
          </a:xfrm>
          <a:prstGeom prst="rect">
            <a:avLst/>
          </a:prstGeom>
          <a:solidFill>
            <a:srgbClr val="0A1A2A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502152" y="2084832"/>
            <a:ext cx="237744" cy="114300"/>
          </a:xfrm>
          <a:prstGeom prst="rect">
            <a:avLst/>
          </a:prstGeom>
          <a:solidFill>
            <a:srgbClr val="005070"/>
          </a:solidFill>
          <a:ln w="6350">
            <a:solidFill>
              <a:srgbClr val="81D8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502152" y="2075688"/>
            <a:ext cx="237744" cy="1325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81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600" dirty="0"/>
          </a:p>
        </p:txBody>
      </p:sp>
      <p:sp>
        <p:nvSpPr>
          <p:cNvPr id="54" name="Text 52"/>
          <p:cNvSpPr/>
          <p:nvPr/>
        </p:nvSpPr>
        <p:spPr>
          <a:xfrm>
            <a:off x="3776472" y="2057400"/>
            <a:ext cx="187452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1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user_id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3776472" y="2226564"/>
            <a:ext cx="187452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8D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sale_date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3776472" y="2395728"/>
            <a:ext cx="187452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8D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total_amount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3776472" y="2564892"/>
            <a:ext cx="187452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8D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payment_status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137160" y="3401568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tbl_fish_type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466344" y="3675888"/>
            <a:ext cx="187452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6D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fish_type_id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466344" y="3845052"/>
            <a:ext cx="187452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8D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fish_code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466344" y="4014216"/>
            <a:ext cx="187452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8D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fish_name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466344" y="4183380"/>
            <a:ext cx="187452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8D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fish_category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3447288" y="3401568"/>
            <a:ext cx="2240280" cy="27432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447288" y="3401568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tbl_sale_item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3447288" y="3675888"/>
            <a:ext cx="2240280" cy="1014984"/>
          </a:xfrm>
          <a:prstGeom prst="rect">
            <a:avLst/>
          </a:prstGeom>
          <a:solidFill>
            <a:srgbClr val="0A1628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447288" y="3675888"/>
            <a:ext cx="2240280" cy="169164"/>
          </a:xfrm>
          <a:prstGeom prst="rect">
            <a:avLst/>
          </a:prstGeom>
          <a:solidFill>
            <a:srgbClr val="1A2A10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3502152" y="3703320"/>
            <a:ext cx="237744" cy="114300"/>
          </a:xfrm>
          <a:prstGeom prst="rect">
            <a:avLst/>
          </a:prstGeom>
          <a:solidFill>
            <a:srgbClr val="7A6200"/>
          </a:solidFill>
          <a:ln w="6350">
            <a:solidFill>
              <a:srgbClr val="F6D86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502152" y="3694176"/>
            <a:ext cx="237744" cy="1325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6D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600" dirty="0"/>
          </a:p>
        </p:txBody>
      </p:sp>
      <p:sp>
        <p:nvSpPr>
          <p:cNvPr id="76" name="Text 74"/>
          <p:cNvSpPr/>
          <p:nvPr/>
        </p:nvSpPr>
        <p:spPr>
          <a:xfrm>
            <a:off x="3776472" y="3675888"/>
            <a:ext cx="187452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6D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sale_item_id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3447288" y="3845052"/>
            <a:ext cx="2240280" cy="169164"/>
          </a:xfrm>
          <a:prstGeom prst="rect">
            <a:avLst/>
          </a:prstGeom>
          <a:solidFill>
            <a:srgbClr val="0A1A2A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502152" y="3872484"/>
            <a:ext cx="237744" cy="114300"/>
          </a:xfrm>
          <a:prstGeom prst="rect">
            <a:avLst/>
          </a:prstGeom>
          <a:solidFill>
            <a:srgbClr val="005070"/>
          </a:solidFill>
          <a:ln w="6350">
            <a:solidFill>
              <a:srgbClr val="81D8F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502152" y="3863340"/>
            <a:ext cx="237744" cy="1325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81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600" dirty="0"/>
          </a:p>
        </p:txBody>
      </p:sp>
      <p:sp>
        <p:nvSpPr>
          <p:cNvPr id="80" name="Text 78"/>
          <p:cNvSpPr/>
          <p:nvPr/>
        </p:nvSpPr>
        <p:spPr>
          <a:xfrm>
            <a:off x="3776472" y="3845052"/>
            <a:ext cx="187452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1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sale_id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3447288" y="4014216"/>
            <a:ext cx="2240280" cy="169164"/>
          </a:xfrm>
          <a:prstGeom prst="rect">
            <a:avLst/>
          </a:prstGeom>
          <a:solidFill>
            <a:srgbClr val="0A1A2A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3502152" y="4041648"/>
            <a:ext cx="237744" cy="114300"/>
          </a:xfrm>
          <a:prstGeom prst="rect">
            <a:avLst/>
          </a:prstGeom>
          <a:solidFill>
            <a:srgbClr val="005070"/>
          </a:solidFill>
          <a:ln w="6350">
            <a:solidFill>
              <a:srgbClr val="81D8FF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502152" y="4032504"/>
            <a:ext cx="237744" cy="1325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81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600" dirty="0"/>
          </a:p>
        </p:txBody>
      </p:sp>
      <p:sp>
        <p:nvSpPr>
          <p:cNvPr id="84" name="Text 82"/>
          <p:cNvSpPr/>
          <p:nvPr/>
        </p:nvSpPr>
        <p:spPr>
          <a:xfrm>
            <a:off x="3776472" y="4014216"/>
            <a:ext cx="187452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1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fish_type_id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3776472" y="4183380"/>
            <a:ext cx="187452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8D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quantity_kg</a:t>
            </a:r>
            <a:endParaRPr lang="en-US" sz="800" dirty="0"/>
          </a:p>
        </p:txBody>
      </p:sp>
      <p:sp>
        <p:nvSpPr>
          <p:cNvPr id="86" name="Text 84"/>
          <p:cNvSpPr/>
          <p:nvPr/>
        </p:nvSpPr>
        <p:spPr>
          <a:xfrm>
            <a:off x="3776472" y="4352544"/>
            <a:ext cx="187452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8D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price_per_kg</a:t>
            </a:r>
            <a:endParaRPr lang="en-US" sz="800" dirty="0"/>
          </a:p>
        </p:txBody>
      </p:sp>
      <p:sp>
        <p:nvSpPr>
          <p:cNvPr id="87" name="Text 85"/>
          <p:cNvSpPr/>
          <p:nvPr/>
        </p:nvSpPr>
        <p:spPr>
          <a:xfrm>
            <a:off x="3776472" y="4521708"/>
            <a:ext cx="187452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8D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subtotal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2377440" y="1883664"/>
            <a:ext cx="1069848" cy="0"/>
          </a:xfrm>
          <a:prstGeom prst="line">
            <a:avLst/>
          </a:prstGeom>
          <a:noFill/>
          <a:ln w="16510">
            <a:solidFill>
              <a:srgbClr val="CCF5FF"/>
            </a:solidFill>
            <a:prstDash val="dash"/>
          </a:ln>
        </p:spPr>
      </p:sp>
      <p:sp>
        <p:nvSpPr>
          <p:cNvPr id="89" name="Shape 87"/>
          <p:cNvSpPr/>
          <p:nvPr/>
        </p:nvSpPr>
        <p:spPr>
          <a:xfrm>
            <a:off x="5687568" y="1883664"/>
            <a:ext cx="1078992" cy="0"/>
          </a:xfrm>
          <a:prstGeom prst="line">
            <a:avLst/>
          </a:prstGeom>
          <a:noFill/>
          <a:ln w="16510">
            <a:solidFill>
              <a:srgbClr val="CCF5FF"/>
            </a:solidFill>
            <a:prstDash val="dash"/>
          </a:ln>
        </p:spPr>
      </p:sp>
      <p:sp>
        <p:nvSpPr>
          <p:cNvPr id="90" name="Shape 88"/>
          <p:cNvSpPr/>
          <p:nvPr/>
        </p:nvSpPr>
        <p:spPr>
          <a:xfrm>
            <a:off x="4562856" y="2980944"/>
            <a:ext cx="0" cy="420624"/>
          </a:xfrm>
          <a:prstGeom prst="line">
            <a:avLst/>
          </a:prstGeom>
          <a:noFill/>
          <a:ln w="16510">
            <a:solidFill>
              <a:srgbClr val="CCF5FF"/>
            </a:solidFill>
            <a:prstDash val="dash"/>
          </a:ln>
        </p:spPr>
      </p:sp>
      <p:sp>
        <p:nvSpPr>
          <p:cNvPr id="91" name="Shape 89"/>
          <p:cNvSpPr/>
          <p:nvPr/>
        </p:nvSpPr>
        <p:spPr>
          <a:xfrm>
            <a:off x="2377440" y="3895344"/>
            <a:ext cx="1069848" cy="0"/>
          </a:xfrm>
          <a:prstGeom prst="line">
            <a:avLst/>
          </a:prstGeom>
          <a:noFill/>
          <a:ln w="16510">
            <a:solidFill>
              <a:srgbClr val="CCF5FF"/>
            </a:solidFill>
            <a:prstDash val="dash"/>
          </a:ln>
        </p:spPr>
      </p:sp>
      <p:sp>
        <p:nvSpPr>
          <p:cNvPr id="92" name="Text 90"/>
          <p:cNvSpPr/>
          <p:nvPr/>
        </p:nvSpPr>
        <p:spPr>
          <a:xfrm>
            <a:off x="2139696" y="1792224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CF5FF"/>
                </a:solidFill>
              </a:rPr>
              <a:t>1</a:t>
            </a:r>
            <a:endParaRPr lang="en-US" sz="900" dirty="0"/>
          </a:p>
        </p:txBody>
      </p:sp>
      <p:sp>
        <p:nvSpPr>
          <p:cNvPr id="93" name="Text 91"/>
          <p:cNvSpPr/>
          <p:nvPr/>
        </p:nvSpPr>
        <p:spPr>
          <a:xfrm>
            <a:off x="3218688" y="1792224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CF5FF"/>
                </a:solidFill>
              </a:rPr>
              <a:t>N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6528816" y="1792224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CF5FF"/>
                </a:solidFill>
              </a:rPr>
              <a:t>1</a:t>
            </a:r>
            <a:endParaRPr lang="en-US" sz="900" dirty="0"/>
          </a:p>
        </p:txBody>
      </p:sp>
      <p:sp>
        <p:nvSpPr>
          <p:cNvPr id="95" name="Text 93"/>
          <p:cNvSpPr/>
          <p:nvPr/>
        </p:nvSpPr>
        <p:spPr>
          <a:xfrm>
            <a:off x="5907024" y="1792224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CF5FF"/>
                </a:solidFill>
              </a:rPr>
              <a:t>N</a:t>
            </a:r>
            <a:endParaRPr lang="en-US" sz="900" dirty="0"/>
          </a:p>
        </p:txBody>
      </p:sp>
      <p:sp>
        <p:nvSpPr>
          <p:cNvPr id="96" name="Text 94"/>
          <p:cNvSpPr/>
          <p:nvPr/>
        </p:nvSpPr>
        <p:spPr>
          <a:xfrm>
            <a:off x="4325112" y="3072384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CF5FF"/>
                </a:solidFill>
              </a:rPr>
              <a:t>1</a:t>
            </a:r>
            <a:endParaRPr lang="en-US" sz="900" dirty="0"/>
          </a:p>
        </p:txBody>
      </p:sp>
      <p:sp>
        <p:nvSpPr>
          <p:cNvPr id="97" name="Text 95"/>
          <p:cNvSpPr/>
          <p:nvPr/>
        </p:nvSpPr>
        <p:spPr>
          <a:xfrm>
            <a:off x="4325112" y="3273552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CF5FF"/>
                </a:solidFill>
              </a:rPr>
              <a:t>N</a:t>
            </a:r>
            <a:endParaRPr lang="en-US" sz="900" dirty="0"/>
          </a:p>
        </p:txBody>
      </p:sp>
      <p:sp>
        <p:nvSpPr>
          <p:cNvPr id="98" name="Text 96"/>
          <p:cNvSpPr/>
          <p:nvPr/>
        </p:nvSpPr>
        <p:spPr>
          <a:xfrm>
            <a:off x="2139696" y="3803904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CF5FF"/>
                </a:solidFill>
              </a:rPr>
              <a:t>1</a:t>
            </a:r>
            <a:endParaRPr lang="en-US" sz="900" dirty="0"/>
          </a:p>
        </p:txBody>
      </p:sp>
      <p:sp>
        <p:nvSpPr>
          <p:cNvPr id="99" name="Text 97"/>
          <p:cNvSpPr/>
          <p:nvPr/>
        </p:nvSpPr>
        <p:spPr>
          <a:xfrm>
            <a:off x="3218688" y="3803904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CF5FF"/>
                </a:solidFill>
              </a:rPr>
              <a:t>N</a:t>
            </a:r>
            <a:endParaRPr lang="en-US" sz="900" dirty="0"/>
          </a:p>
        </p:txBody>
      </p:sp>
      <p:sp>
        <p:nvSpPr>
          <p:cNvPr id="100" name="Text 98"/>
          <p:cNvSpPr/>
          <p:nvPr/>
        </p:nvSpPr>
        <p:spPr>
          <a:xfrm>
            <a:off x="0" y="4690872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7A9BB5"/>
                </a:solidFill>
              </a:rPr>
              <a:t>PK = Primary Key   |   FK = Foreign Key   |   AI = Auto-Increment   |   UQ = Unique</a:t>
            </a:r>
            <a:endParaRPr lang="en-US" sz="750" dirty="0"/>
          </a:p>
        </p:txBody>
      </p:sp>
      <p:pic>
        <p:nvPicPr>
          <p:cNvPr id="112" name="Picture 111">
            <a:extLst>
              <a:ext uri="{FF2B5EF4-FFF2-40B4-BE49-F238E27FC236}">
                <a16:creationId xmlns:a16="http://schemas.microsoft.com/office/drawing/2014/main" id="{64770AF4-D14F-D5A3-1695-AE484B7E2C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168908"/>
            <a:ext cx="8412480" cy="368655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66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FISHSALE TRACKER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0" y="0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CCF5FF"/>
                </a:solidFill>
              </a:rPr>
              <a:t>Sell Smart.  Track Everything.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377440" y="1115568"/>
            <a:ext cx="4389120" cy="2852928"/>
          </a:xfrm>
          <a:prstGeom prst="rect">
            <a:avLst/>
          </a:prstGeom>
          <a:solidFill>
            <a:srgbClr val="003366"/>
          </a:solidFill>
          <a:ln w="25400">
            <a:solidFill>
              <a:srgbClr val="CCF5FF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917680" y="1801368"/>
            <a:ext cx="1188720" cy="1280160"/>
          </a:xfrm>
          <a:prstGeom prst="rect">
            <a:avLst/>
          </a:prstGeom>
          <a:solidFill>
            <a:srgbClr val="CCF5FF"/>
          </a:solidFill>
          <a:ln w="12700">
            <a:solidFill>
              <a:srgbClr val="CCF5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77640" y="1901952"/>
            <a:ext cx="1188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1170432"/>
            <a:ext cx="7315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APPLICATION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914400" y="3127248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kern="0" spc="800" dirty="0">
                <a:solidFill>
                  <a:srgbClr val="CC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0" y="457200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A9BB5"/>
                </a:solidFill>
              </a:rPr>
              <a:t>FishSale Tracker  ·  Java Swing Application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5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FISHSALE TRACKER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0" y="0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CCF5FF"/>
                </a:solidFill>
              </a:rPr>
              <a:t>Sell Smart.  Track Everything.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9BB5"/>
                </a:solidFill>
              </a:rPr>
              <a:t>FishSale Tracker System  |  Every Catch Counts  |  All Rights Reserved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566928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200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65760" y="1097280"/>
            <a:ext cx="8412480" cy="34747"/>
          </a:xfrm>
          <a:prstGeom prst="rect">
            <a:avLst/>
          </a:prstGeom>
          <a:solidFill>
            <a:srgbClr val="006699"/>
          </a:solidFill>
          <a:ln w="12700">
            <a:solidFill>
              <a:srgbClr val="00669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1170432"/>
            <a:ext cx="8449056" cy="749808"/>
          </a:xfrm>
          <a:prstGeom prst="rect">
            <a:avLst/>
          </a:prstGeom>
          <a:solidFill>
            <a:srgbClr val="006699"/>
          </a:solidFill>
          <a:ln w="12700">
            <a:solidFill>
              <a:srgbClr val="006699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1170432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FishSale Tracker makes it simple to sell smart and track everything — replacing paper records with a fast, organized system.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7472" y="2029968"/>
            <a:ext cx="8449056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F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7472" y="2029968"/>
            <a:ext cx="50292" cy="566928"/>
          </a:xfrm>
          <a:prstGeom prst="rect">
            <a:avLst/>
          </a:prstGeom>
          <a:solidFill>
            <a:srgbClr val="006699"/>
          </a:solidFill>
          <a:ln w="12700">
            <a:solidFill>
              <a:srgbClr val="00669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" y="2121408"/>
            <a:ext cx="640080" cy="274320"/>
          </a:xfrm>
          <a:prstGeom prst="rect">
            <a:avLst/>
          </a:prstGeom>
          <a:solidFill>
            <a:srgbClr val="006699"/>
          </a:solidFill>
          <a:ln w="12700">
            <a:solidFill>
              <a:srgbClr val="0066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212140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298448" y="2029968"/>
            <a:ext cx="7315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users, buyers, fish types, and monitors all transactions.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47472" y="2688336"/>
            <a:ext cx="8449056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F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47472" y="2688336"/>
            <a:ext cx="50292" cy="566928"/>
          </a:xfrm>
          <a:prstGeom prst="rect">
            <a:avLst/>
          </a:prstGeom>
          <a:solidFill>
            <a:srgbClr val="006699"/>
          </a:solidFill>
          <a:ln w="12700">
            <a:solidFill>
              <a:srgbClr val="00669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0352" y="2779776"/>
            <a:ext cx="640080" cy="274320"/>
          </a:xfrm>
          <a:prstGeom prst="rect">
            <a:avLst/>
          </a:prstGeom>
          <a:solidFill>
            <a:srgbClr val="006699"/>
          </a:solidFill>
          <a:ln w="12700">
            <a:solidFill>
              <a:srgbClr val="0066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2779776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298448" y="2688336"/>
            <a:ext cx="7315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sales, auto-calculate totals, and print receipts instantly.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7472" y="3346704"/>
            <a:ext cx="8449056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F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47472" y="3346704"/>
            <a:ext cx="50292" cy="566928"/>
          </a:xfrm>
          <a:prstGeom prst="rect">
            <a:avLst/>
          </a:prstGeom>
          <a:solidFill>
            <a:srgbClr val="006699"/>
          </a:solidFill>
          <a:ln w="12700">
            <a:solidFill>
              <a:srgbClr val="00669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0352" y="3438144"/>
            <a:ext cx="640080" cy="274320"/>
          </a:xfrm>
          <a:prstGeom prst="rect">
            <a:avLst/>
          </a:prstGeom>
          <a:solidFill>
            <a:srgbClr val="006699"/>
          </a:solidFill>
          <a:ln w="12700">
            <a:solidFill>
              <a:srgbClr val="0066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" y="3438144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298448" y="3346704"/>
            <a:ext cx="7315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keeps data organized and protected.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47472" y="4005072"/>
            <a:ext cx="8449056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F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47472" y="4005072"/>
            <a:ext cx="50292" cy="566928"/>
          </a:xfrm>
          <a:prstGeom prst="rect">
            <a:avLst/>
          </a:prstGeom>
          <a:solidFill>
            <a:srgbClr val="006699"/>
          </a:solidFill>
          <a:ln w="12700">
            <a:solidFill>
              <a:srgbClr val="00669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0352" y="4096512"/>
            <a:ext cx="640080" cy="274320"/>
          </a:xfrm>
          <a:prstGeom prst="rect">
            <a:avLst/>
          </a:prstGeom>
          <a:solidFill>
            <a:srgbClr val="006699"/>
          </a:solidFill>
          <a:ln w="12700">
            <a:solidFill>
              <a:srgbClr val="00669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" y="409651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298448" y="4005072"/>
            <a:ext cx="7315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records saved in SQLite — fast, reliable, and easy to back up.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66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FISHSALE TRACKER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0" y="0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CCF5FF"/>
                </a:solidFill>
              </a:rPr>
              <a:t>Sell Smart.  Track Everything.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0" y="1298448"/>
            <a:ext cx="5852160" cy="2468880"/>
          </a:xfrm>
          <a:prstGeom prst="rect">
            <a:avLst/>
          </a:prstGeom>
          <a:solidFill>
            <a:srgbClr val="003366"/>
          </a:solidFill>
          <a:ln w="25400">
            <a:solidFill>
              <a:srgbClr val="CCF5FF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645920" y="1371600"/>
            <a:ext cx="5852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8" name="Shape 6"/>
          <p:cNvSpPr/>
          <p:nvPr/>
        </p:nvSpPr>
        <p:spPr>
          <a:xfrm>
            <a:off x="3200400" y="2633472"/>
            <a:ext cx="2743200" cy="45720"/>
          </a:xfrm>
          <a:prstGeom prst="rect">
            <a:avLst/>
          </a:prstGeom>
          <a:solidFill>
            <a:srgbClr val="CCF5FF"/>
          </a:solidFill>
          <a:ln w="12700">
            <a:solidFill>
              <a:srgbClr val="CCF5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0" y="2706624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C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Smart. Track Everything.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0" y="457200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A9BB5"/>
                </a:solidFill>
              </a:rPr>
              <a:t>FishSale Tracker System  ·  2025  ·  Every Catch Counts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1033</Words>
  <Application>Microsoft Office PowerPoint</Application>
  <PresentationFormat>On-screen Show (16:9)</PresentationFormat>
  <Paragraphs>249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FishSale Tracker</dc:title>
  <dc:subject>PptxGenJS Presentation</dc:subject>
  <dc:creator>PptxGenJS</dc:creator>
  <cp:lastModifiedBy>Administrator</cp:lastModifiedBy>
  <cp:revision>3</cp:revision>
  <dcterms:created xsi:type="dcterms:W3CDTF">2026-03-16T12:27:00Z</dcterms:created>
  <dcterms:modified xsi:type="dcterms:W3CDTF">2026-03-23T02:27:39Z</dcterms:modified>
</cp:coreProperties>
</file>